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050D1F"/>
          </a:solidFill>
          <a:ln w="12700">
            <a:solidFill>
              <a:srgbClr val="050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45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Insurance Claims Intelligence Assistant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" y="3017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Architecture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0" y="301752"/>
            <a:ext cx="6995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•  LangGraph  •  React 18 / Vite  •  ChromaDB  •  GPT-4o-mini  •  BM25  •  DeepEval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" y="585216"/>
            <a:ext cx="12070080" cy="932688"/>
          </a:xfrm>
          <a:prstGeom prst="rect">
            <a:avLst/>
          </a:prstGeom>
          <a:solidFill>
            <a:srgbClr val="0E2240"/>
          </a:solidFill>
          <a:ln w="9525">
            <a:solidFill>
              <a:srgbClr val="1F4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" y="640080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Vite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676656"/>
            <a:ext cx="0" cy="749808"/>
          </a:xfrm>
          <a:prstGeom prst="line">
            <a:avLst/>
          </a:prstGeom>
          <a:noFill/>
          <a:ln w="9525">
            <a:solidFill>
              <a:srgbClr val="1F4E8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" y="1591056"/>
            <a:ext cx="12070080" cy="1938528"/>
          </a:xfrm>
          <a:prstGeom prst="rect">
            <a:avLst/>
          </a:prstGeom>
          <a:solidFill>
            <a:srgbClr val="120D2A"/>
          </a:solidFill>
          <a:ln w="9525">
            <a:solidFill>
              <a:srgbClr val="3B1D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" y="1645920"/>
            <a:ext cx="868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:8000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960120" y="1682496"/>
            <a:ext cx="0" cy="1755648"/>
          </a:xfrm>
          <a:prstGeom prst="line">
            <a:avLst/>
          </a:prstGeom>
          <a:noFill/>
          <a:ln w="9525">
            <a:solidFill>
              <a:srgbClr val="3B1D6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5720" y="3602736"/>
            <a:ext cx="12070080" cy="3090672"/>
          </a:xfrm>
          <a:prstGeom prst="rect">
            <a:avLst/>
          </a:prstGeom>
          <a:solidFill>
            <a:srgbClr val="071F17"/>
          </a:solidFill>
          <a:ln w="9525">
            <a:solidFill>
              <a:srgbClr val="0F4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" y="3657600"/>
            <a:ext cx="86868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960120" y="3694176"/>
            <a:ext cx="0" cy="2907792"/>
          </a:xfrm>
          <a:prstGeom prst="line">
            <a:avLst/>
          </a:prstGeom>
          <a:noFill/>
          <a:ln w="9525">
            <a:solidFill>
              <a:srgbClr val="0F403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078992" y="640080"/>
            <a:ext cx="1664208" cy="731520"/>
          </a:xfrm>
          <a:prstGeom prst="rect">
            <a:avLst/>
          </a:prstGeom>
          <a:solidFill>
            <a:srgbClr val="14306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78992" y="640080"/>
            <a:ext cx="1664208" cy="182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4712" y="84124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24712" y="110642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+ KPIs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0" y="1005840"/>
            <a:ext cx="256032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2999232" y="640080"/>
            <a:ext cx="1664208" cy="731520"/>
          </a:xfrm>
          <a:prstGeom prst="rect">
            <a:avLst/>
          </a:prstGeom>
          <a:solidFill>
            <a:srgbClr val="14306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99232" y="640080"/>
            <a:ext cx="1664208" cy="182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44952" y="84124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044952" y="110642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 + Results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63440" y="1005840"/>
            <a:ext cx="256032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4919472" y="640080"/>
            <a:ext cx="1664208" cy="731520"/>
          </a:xfrm>
          <a:prstGeom prst="rect">
            <a:avLst/>
          </a:prstGeom>
          <a:solidFill>
            <a:srgbClr val="14306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19472" y="640080"/>
            <a:ext cx="1664208" cy="182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84124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Detail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65192" y="110642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deep-dive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583680" y="1005840"/>
            <a:ext cx="256032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6839712" y="640080"/>
            <a:ext cx="1664208" cy="731520"/>
          </a:xfrm>
          <a:prstGeom prst="rect">
            <a:avLst/>
          </a:prstGeom>
          <a:solidFill>
            <a:srgbClr val="14306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39712" y="640080"/>
            <a:ext cx="1664208" cy="182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85432" y="84124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85432" y="110642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analytics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503920" y="1005840"/>
            <a:ext cx="256032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8759952" y="640080"/>
            <a:ext cx="1664208" cy="731520"/>
          </a:xfrm>
          <a:prstGeom prst="rect">
            <a:avLst/>
          </a:prstGeom>
          <a:solidFill>
            <a:srgbClr val="14306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759952" y="640080"/>
            <a:ext cx="1664208" cy="182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05672" y="84124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/ Upload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805672" y="110642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file upload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97280" y="1435608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A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  |  React 18  |  React Router 6  |  Axios  |  Recharts  |  lucide-react  |  usePersistedState hook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097280" y="1709928"/>
            <a:ext cx="1773936" cy="1737360"/>
          </a:xfrm>
          <a:prstGeom prst="rect">
            <a:avLst/>
          </a:prstGeom>
          <a:solidFill>
            <a:srgbClr val="2A0E08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97280" y="1709928"/>
            <a:ext cx="1773936" cy="2011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43000" y="193852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61288" y="2340864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PII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 sanitise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processing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871216" y="2578608"/>
            <a:ext cx="256032" cy="0"/>
          </a:xfrm>
          <a:prstGeom prst="line">
            <a:avLst/>
          </a:prstGeom>
          <a:noFill/>
          <a:ln w="19050">
            <a:solidFill>
              <a:srgbClr val="6B7CA0"/>
            </a:solidFill>
            <a:prstDash val="solid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3127248" y="1709928"/>
            <a:ext cx="1773936" cy="1737360"/>
          </a:xfrm>
          <a:prstGeom prst="rect">
            <a:avLst/>
          </a:prstGeom>
          <a:solidFill>
            <a:srgbClr val="0E1F3A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127248" y="1709928"/>
            <a:ext cx="1773936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72968" y="193852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Cache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191256" y="2340864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exact-match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(O(1) lookup)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0.92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600 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store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901184" y="2578608"/>
            <a:ext cx="256032" cy="0"/>
          </a:xfrm>
          <a:prstGeom prst="line">
            <a:avLst/>
          </a:prstGeom>
          <a:noFill/>
          <a:ln w="19050">
            <a:solidFill>
              <a:srgbClr val="6B7CA0"/>
            </a:solidFill>
            <a:prstDash val="solid"/>
            <a:tailEnd type="arrow"/>
          </a:ln>
        </p:spPr>
      </p:sp>
      <p:sp>
        <p:nvSpPr>
          <p:cNvPr id="50" name="Shape 48"/>
          <p:cNvSpPr/>
          <p:nvPr/>
        </p:nvSpPr>
        <p:spPr>
          <a:xfrm>
            <a:off x="5157216" y="1709928"/>
            <a:ext cx="1773936" cy="1737360"/>
          </a:xfrm>
          <a:prstGeom prst="rect">
            <a:avLst/>
          </a:prstGeom>
          <a:solidFill>
            <a:srgbClr val="0A2A1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157216" y="1709928"/>
            <a:ext cx="1773936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02936" y="193852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21224" y="2340864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60%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(semantic)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40%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(keyword)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CrossEncoder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LLM Compressor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931152" y="2578608"/>
            <a:ext cx="256032" cy="0"/>
          </a:xfrm>
          <a:prstGeom prst="line">
            <a:avLst/>
          </a:prstGeom>
          <a:noFill/>
          <a:ln w="19050">
            <a:solidFill>
              <a:srgbClr val="6B7CA0"/>
            </a:solidFill>
            <a:prstDash val="solid"/>
            <a:tailEnd type="arrow"/>
          </a:ln>
        </p:spPr>
      </p:sp>
      <p:sp>
        <p:nvSpPr>
          <p:cNvPr id="55" name="Shape 53"/>
          <p:cNvSpPr/>
          <p:nvPr/>
        </p:nvSpPr>
        <p:spPr>
          <a:xfrm>
            <a:off x="7187184" y="1709928"/>
            <a:ext cx="1773936" cy="1737360"/>
          </a:xfrm>
          <a:prstGeom prst="rect">
            <a:avLst/>
          </a:prstGeom>
          <a:solidFill>
            <a:srgbClr val="1A0A3A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187184" y="1709928"/>
            <a:ext cx="1773936" cy="2011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32904" y="193852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51192" y="2340864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Agent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Fraud Agent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escalation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0.75 risk score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Policy Agent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Recommendation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8961120" y="2578608"/>
            <a:ext cx="256032" cy="0"/>
          </a:xfrm>
          <a:prstGeom prst="line">
            <a:avLst/>
          </a:prstGeom>
          <a:noFill/>
          <a:ln w="19050">
            <a:solidFill>
              <a:srgbClr val="6B7CA0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9217152" y="1709928"/>
            <a:ext cx="1773936" cy="1737360"/>
          </a:xfrm>
          <a:prstGeom prst="rect">
            <a:avLst/>
          </a:prstGeom>
          <a:solidFill>
            <a:srgbClr val="2A0E08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9217152" y="1709928"/>
            <a:ext cx="1773936" cy="2011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262872" y="193852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9281160" y="2340864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check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sanitised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097280" y="3483864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A3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 GET /health  ·  POST /query  ·  POST /ingest  ·  POST /ingest/upload  ·  GET /analytics  ·  GET /claim/{id}  |  CORS  ·  pydantic models  ·  LangSmith tracing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097280" y="3767328"/>
            <a:ext cx="1938528" cy="2651760"/>
          </a:xfrm>
          <a:prstGeom prst="rect">
            <a:avLst/>
          </a:prstGeom>
          <a:solidFill>
            <a:srgbClr val="0E1F3A"/>
          </a:solidFill>
          <a:ln w="15240">
            <a:solidFill>
              <a:srgbClr val="60A5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1097280" y="3767328"/>
            <a:ext cx="1938528" cy="2011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43000" y="399592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161288" y="4389120"/>
            <a:ext cx="18105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fraud_oracle.csv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15,419 rows · 33 cols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~6% fraud rate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datasets/ folder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035808" y="5093208"/>
            <a:ext cx="237744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arrow"/>
          </a:ln>
        </p:spPr>
      </p:sp>
      <p:sp>
        <p:nvSpPr>
          <p:cNvPr id="70" name="Shape 68"/>
          <p:cNvSpPr/>
          <p:nvPr/>
        </p:nvSpPr>
        <p:spPr>
          <a:xfrm>
            <a:off x="3273552" y="3767328"/>
            <a:ext cx="1938528" cy="2651760"/>
          </a:xfrm>
          <a:prstGeom prst="rect">
            <a:avLst/>
          </a:prstGeom>
          <a:solidFill>
            <a:srgbClr val="0E1F3A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3273552" y="3767328"/>
            <a:ext cx="193852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19272" y="399592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3337560" y="4389120"/>
            <a:ext cx="18105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etl/extract.py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 → DataFrame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etl/transform.py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chunk records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etl/load.py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+ index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run_etl.py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212080" y="5093208"/>
            <a:ext cx="237744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arrow"/>
          </a:ln>
        </p:spPr>
      </p:sp>
      <p:sp>
        <p:nvSpPr>
          <p:cNvPr id="75" name="Shape 73"/>
          <p:cNvSpPr/>
          <p:nvPr/>
        </p:nvSpPr>
        <p:spPr>
          <a:xfrm>
            <a:off x="5449824" y="3767328"/>
            <a:ext cx="1938528" cy="2651760"/>
          </a:xfrm>
          <a:prstGeom prst="rect">
            <a:avLst/>
          </a:prstGeom>
          <a:solidFill>
            <a:srgbClr val="0A2A1A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5449824" y="3767328"/>
            <a:ext cx="1938528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495544" y="399592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513832" y="4389120"/>
            <a:ext cx="18105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./data/chroma_db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insurance_claims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(cosine)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626096" y="3767328"/>
            <a:ext cx="1938528" cy="2651760"/>
          </a:xfrm>
          <a:prstGeom prst="rect">
            <a:avLst/>
          </a:prstGeom>
          <a:solidFill>
            <a:srgbClr val="0A2A1A"/>
          </a:solidFill>
          <a:ln w="1524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7626096" y="3767328"/>
            <a:ext cx="193852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71816" y="399592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Index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690104" y="4389120"/>
            <a:ext cx="18105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TF-IDF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rank-bm25 library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./data/bm25_index/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bm25.pkl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9802368" y="3767328"/>
            <a:ext cx="1938528" cy="2651760"/>
          </a:xfrm>
          <a:prstGeom prst="rect">
            <a:avLst/>
          </a:prstGeom>
          <a:solidFill>
            <a:srgbClr val="1E0A3A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9802368" y="3767328"/>
            <a:ext cx="1938528" cy="2011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848088" y="399592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Stack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9866376" y="4389120"/>
            <a:ext cx="18105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(via org gateway)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1: Groq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2: HuggingFace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local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metrics: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AnswerRelevancy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B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ContextualPrecision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419088" y="3447288"/>
            <a:ext cx="0" cy="320040"/>
          </a:xfrm>
          <a:prstGeom prst="line">
            <a:avLst/>
          </a:prstGeom>
          <a:noFill/>
          <a:ln w="15240">
            <a:solidFill>
              <a:srgbClr val="22C55E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8595360" y="3447288"/>
            <a:ext cx="0" cy="320040"/>
          </a:xfrm>
          <a:prstGeom prst="line">
            <a:avLst/>
          </a:prstGeom>
          <a:noFill/>
          <a:ln w="15240">
            <a:solidFill>
              <a:srgbClr val="16A34A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10771632" y="3447288"/>
            <a:ext cx="0" cy="320040"/>
          </a:xfrm>
          <a:prstGeom prst="line">
            <a:avLst/>
          </a:prstGeom>
          <a:noFill/>
          <a:ln w="15240">
            <a:solidFill>
              <a:srgbClr val="A855F7"/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50D1F"/>
          </a:solidFill>
          <a:ln w="12700">
            <a:solidFill>
              <a:srgbClr val="050D1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1440" y="6739128"/>
            <a:ext cx="119786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43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 ·  pydantic-settings  ·  Presidio  ·  python-dotenv  ·  sentence-transformers  ·  rank-bm25  ·  langchain-openai  ·  spaCy en_core_web_sm  ·  DeepEval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2026-06-05T08:33:24Z</dcterms:created>
  <dcterms:modified xsi:type="dcterms:W3CDTF">2026-06-05T08:33:24Z</dcterms:modified>
</cp:coreProperties>
</file>